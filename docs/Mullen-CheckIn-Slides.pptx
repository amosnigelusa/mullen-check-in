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'Every morning when the doors open, a line forms at the welcome desk — and every hour, someone is supposed to stop and record an exit count. This project fixes both, at no cost, using the tools we already own.'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Broaden the scene beyond opening: class visits, prospective families touring, exam season. Any influx serialises at one keyboard.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arithmetic out loud: 30 patrons x 2 minutes is an hour of pure typing — time the queue is standing and waiting.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integrity problem plainly: the same human appears as many records, so any count or history built on the sheet is already wrong. Our fix, shown next, is an identity-keyed upsert that keeps one clean record per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second, quieter pain point — and the one that costs data integrity when it's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we didn't buy anything. We built a focused tool on top of the Google Sheet the desk already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operator's fastest path is now a single scan. Manual entry still exists but is the exception, not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wins on one screen: the wait collapses to under five seconds, and because the write is keyed on identity, we stop creating duplicates — the data gets cleaner with every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Reframe: a chore that depended on memory is now a guaranteed, low-effort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cost story for the supervisor: nothing to buy, nothing to host, data stays in our own Google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the objections before they're raised: privacy, reliability, data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left to right. The single most important row for patrons is the first; for management it's the last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clear it already works and is deployed — and that the roadmap is active, so the investment keeps compounding.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four-part promise and invite questions. Ask for the top rating on the strength of a deployed, working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run the live demo on the desk PC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310896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Ubuntu"/>
              </a:rPr>
              <a:t>From Queue to Scan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DDDDDD"/>
                </a:solidFill>
                <a:latin typeface="Ubuntu"/>
              </a:rPr>
              <a:t>A zero-cost, keyboard-first patron sign-in and automated hourly exit-count system for the library welcome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BBBBB"/>
                </a:solidFill>
                <a:latin typeface="Ubuntu"/>
              </a:rPr>
              <a:t>The Catholic University of America  ·  University Libraries · Mullen Library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99999"/>
                </a:solidFill>
                <a:latin typeface="Ubuntu"/>
              </a:rPr>
              <a:t>Amos N. Funguriro  ·  Welcome Desk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BBBBBB"/>
                </a:solidFill>
                <a:latin typeface="Ubuntu"/>
              </a:rPr>
              <a:t>THE WELCOME DESK, AT ANY RUSH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Ubuntu"/>
              </a:rPr>
              <a:t>The line is already forming.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Ubuntu"/>
              </a:rPr>
              <a:t>Opening. A class visit.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Ubuntu"/>
              </a:rPr>
              <a:t>A family here to tour.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CCCCCC"/>
                </a:solidFill>
                <a:latin typeface="Ubuntu"/>
              </a:rPr>
              <a:t>It isn't only 9 AM. Any time a group arrives — orientation, tours, exam weeks — patrons wait to be typed into a form, one field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FFFFFF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FFFFFF"/>
                </a:solidFill>
                <a:latin typeface="Ubuntu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THE HIDDEN COST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Every patron is 1–3 minutes of typing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Full name, ID number, ID type, card issuer, expiration — five fields, typed by hand for every person.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New hires and slower typists push a single sign-in to 2–3 minutes.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Returning patrons re-enter the exact same details they gave last week.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At peak, the queue grows faster than the desk can clear it — and patrons get frustrated.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28800"/>
            <a:ext cx="3657600" cy="33832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Ubuntu"/>
              </a:rPr>
              <a:t>~2 min</a:t>
            </a:r>
          </a:p>
          <a:p>
            <a:pPr algn="ctr">
              <a:spcAft>
                <a:spcPts val="1800"/>
              </a:spcAft>
            </a:pPr>
            <a:r>
              <a:rPr sz="1600" b="0" i="0">
                <a:solidFill>
                  <a:srgbClr val="CCCCCC"/>
                </a:solidFill>
                <a:latin typeface="Ubuntu"/>
              </a:rPr>
              <a:t>per patron, by hand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Ubuntu"/>
              </a:rPr>
              <a:t>30 patrons in a rush</a:t>
            </a:r>
          </a:p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CCCCCC"/>
                </a:solidFill>
                <a:latin typeface="Ubuntu"/>
              </a:rPr>
              <a:t>= up to an hour of desk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THE DATA PROBLEM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One person — many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The old Google Form adds a new row for every submission and never checks what already exists.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Miss a second name, change a spelling, add a space, or mistype one ID digit — and the same patron becomes a brand-new record.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One person ends up scattered across many duplicate rows: inflated counts, broken history, unreliable lookup.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920240"/>
            <a:ext cx="3520440" cy="2743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11480"/>
          <a:lstStyle/>
          <a:p>
            <a:pPr algn="ctr"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Ubuntu"/>
              </a:rPr>
              <a:t>1 person</a:t>
            </a:r>
          </a:p>
          <a:p>
            <a:pPr algn="ctr">
              <a:spcAft>
                <a:spcPts val="1600"/>
              </a:spcAft>
            </a:pPr>
            <a:r>
              <a:rPr sz="2600" b="1" i="0">
                <a:solidFill>
                  <a:srgbClr val="CCCCCC"/>
                </a:solidFill>
                <a:latin typeface="Ubuntu"/>
              </a:rPr>
              <a:t>→ many rows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CCCCCC"/>
                </a:solidFill>
                <a:latin typeface="Ubuntu"/>
              </a:rPr>
              <a:t>A data-integrity problem the manual form cannot prevent.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THE FORGOTTEN TASK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And every hour — a second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000000"/>
                </a:solidFill>
                <a:latin typeface="Ubuntu"/>
              </a:rPr>
              <a:t>On the hour, the on-duty employee must open a separate form and record the door exit counter: a date, a time, and a six-digit reading.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It's a different form, unconnected to sign-in.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When the desk is busy, it is easy to forget — and a missed hour is gone for good.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Manual date/time entry invites transcription errors.</a:t>
            </a:r>
          </a:p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buntu"/>
              </a:rPr>
              <a:t>Two unrelated chores. One overloaded operator.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BBBBBB"/>
                </a:solidFill>
                <a:latin typeface="Ubuntu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Ubuntu"/>
              </a:rPr>
              <a:t>One fast tool</a:t>
            </a:r>
          </a:p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Ubuntu"/>
              </a:rPr>
              <a:t>that scans instead of types —</a:t>
            </a:r>
          </a:p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Ubuntu"/>
              </a:rPr>
              <a:t>and never forgets the hourly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FFFFFF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FFFFFF"/>
                </a:solidFill>
                <a:latin typeface="Ubuntu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SIGN-IN IN SECONDS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Scan, don't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Barcode scan of a U.S. driver's license or state ID reads the back (AAMVA) and fills every field instantly.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Passport? The camera reads the machine-readable zone and fills name, number, type and expiry — with built-in check-digit validation.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Keyboard-first for manual cases: Tab between fields, Enter to check in, focus jumps back for the next person. Smart defaults pre-fill the common values.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Writes straight into the existing responses sheet — nothing downstream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UNDER 5 SECONDS · ONE CLEAN RECORD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Returning patron? One scan fills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Scan a returning patron's ID and the whole record populates live from the sheet — name, ID type, issuer, expiry — in under five seconds.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Type-ahead: start a name and past visitors auto-complete.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An identity-keyed upsert updates the patron's one record instead of adding a duplicate — the “many rows per person” problem disappears.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Restricted-access patrons trigger a clear on-screen alert before check-in.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920240"/>
            <a:ext cx="3520440" cy="26517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Ubuntu"/>
              </a:rPr>
              <a:t>&lt; 5 sec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CCCCCC"/>
                </a:solidFill>
                <a:latin typeface="Ubuntu"/>
              </a:rPr>
              <a:t>to sign in a returning patron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AUTOMATED, ON THE CLOCK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Never miss the hourly exit 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858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A live countdown runs to the top of every hour.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At :50 it activates: an on-screen prompt, a desktop notification, and a chime.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The operator types just the six-digit reading — date and time are stamped automatically.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If it isn't logged, it keeps prompting — an hour is never silently skipped.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Readings land in their own tab, separate from patron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920240"/>
            <a:ext cx="3520440" cy="2468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Ubuntu"/>
              </a:rPr>
              <a:t>3 fields → 1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CCCCCC"/>
                </a:solidFill>
                <a:latin typeface="Ubuntu"/>
              </a:rPr>
              <a:t>Date and time are automatic. The operator enters only the counter reading.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ARCHITECTURE · ZERO NEW COST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Built on what we already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32004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Ubuntu"/>
              </a:rPr>
              <a:t>Browser app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Ubuntu"/>
              </a:rPr>
              <a:t>Static HTML/CSS/JS on the desk PC. Scanning, validation, keyboard flow, offline queue. Installs nothing.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011680"/>
            <a:ext cx="32004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Ubuntu"/>
              </a:rPr>
              <a:t>Apps Script endpoint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Ubuntu"/>
              </a:rPr>
              <a:t>A thin Google Apps Script web app receives each record and the exit counts (JSONP, no servers to run).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2011680"/>
            <a:ext cx="32004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Ubuntu"/>
              </a:rPr>
              <a:t>Google Sheets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Ubuntu"/>
              </a:rPr>
              <a:t>The library's existing responses sheet — plus a dedicated Exit_Counts tab. The system of record never moves.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0520" y="3291840"/>
            <a:ext cx="457200" cy="45720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909560" y="3291840"/>
            <a:ext cx="457200" cy="45720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000000"/>
                </a:solidFill>
                <a:latin typeface="Ubuntu"/>
              </a:rPr>
              <a:t>No new servers. No licences. No IT procurement. Runs in Chrome; safe offline with automatic sync.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TRUST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Safe, private, and resilient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Privacy: the form auto-clears after brief inactivity, so no patron's details linger on an unattended screen.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Resilience: if the network drops, sign-ins queue locally and sync automatically — the desk never stops.</a:t>
            </a:r>
          </a:p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Integrity: idempotent writes and check-digit validation reduce duplicates and bad data.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•  Safety: restricted-access patrons raise an unmistakable alert before check-in.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BEFORE AND AFTER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The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3931920" cy="53035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Ubuntu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67712"/>
            <a:ext cx="3931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000000"/>
                </a:solidFill>
                <a:latin typeface="Ubuntu"/>
              </a:rPr>
              <a:t>Time per returning patron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98064"/>
            <a:ext cx="393192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000000"/>
                </a:solidFill>
                <a:latin typeface="Ubuntu"/>
              </a:rPr>
              <a:t>Records per patron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28416"/>
            <a:ext cx="3931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000000"/>
                </a:solidFill>
                <a:latin typeface="Ubuntu"/>
              </a:rPr>
              <a:t>Queue at any influx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858768"/>
            <a:ext cx="393192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000000"/>
                </a:solidFill>
                <a:latin typeface="Ubuntu"/>
              </a:rPr>
              <a:t>New-hire ramp-up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89120"/>
            <a:ext cx="3931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000000"/>
                </a:solidFill>
                <a:latin typeface="Ubuntu"/>
              </a:rPr>
              <a:t>Hourly exit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919472"/>
            <a:ext cx="393192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000000"/>
                </a:solidFill>
                <a:latin typeface="Ubuntu"/>
              </a:rPr>
              <a:t>Timestamp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449824"/>
            <a:ext cx="3931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000000"/>
                </a:solidFill>
                <a:latin typeface="Ubuntu"/>
              </a:rPr>
              <a:t>Cost &amp; 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737360"/>
            <a:ext cx="3657600" cy="53035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Ubuntu"/>
              </a:rPr>
              <a:t>Before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267712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1–3 minutes typing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798064"/>
            <a:ext cx="365760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Duplicates pile 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3328416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Grows; patrons wait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858768"/>
            <a:ext cx="365760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Slow; typing-bound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4389120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Manual; sometimes missed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4919472"/>
            <a:ext cx="365760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Hand-typed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5449824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737360"/>
            <a:ext cx="3657600" cy="53035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Ubuntu"/>
              </a:rPr>
              <a:t>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267712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Under 5 seconds — one scan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798064"/>
            <a:ext cx="365760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One clean record (upsert)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3328416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Cleared far faster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3858768"/>
            <a:ext cx="365760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Scan-first; minimal training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4389120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Prompted; never skipped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4919472"/>
            <a:ext cx="3657600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Automatic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5449824"/>
            <a:ext cx="3657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 bIns="27432"/>
          <a:lstStyle/>
          <a:p>
            <a:pPr algn="ctr"/>
            <a:r>
              <a:rPr sz="1400" b="0" i="0">
                <a:solidFill>
                  <a:srgbClr val="000000"/>
                </a:solidFill>
                <a:latin typeface="Ubuntu"/>
              </a:rPr>
              <a:t>Zero new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Ubuntu"/>
              </a:rPr>
              <a:t>STATUS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00000"/>
                </a:solidFill>
                <a:latin typeface="Ubuntu"/>
              </a:rPr>
              <a:t>Working today — and still growing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0000"/>
                </a:solidFill>
                <a:latin typeface="Ubuntu"/>
              </a:rPr>
              <a:t>Live now:</a:t>
            </a:r>
          </a:p>
          <a:p>
            <a:pPr algn="l">
              <a:spcAft>
                <a:spcPts val="1800"/>
              </a:spcAft>
            </a:pPr>
            <a:r>
              <a:rPr sz="2000" b="0" i="0">
                <a:solidFill>
                  <a:srgbClr val="000000"/>
                </a:solidFill>
                <a:latin typeface="Ubuntu"/>
              </a:rPr>
              <a:t>https://amosnigelusa.github.io/mullen-check-in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Ubuntu"/>
              </a:rPr>
              <a:t>This is a working system in active development. Additional features are already in progress and will be announced as they land — including deeper reporting and cross-desk capabilities.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Ubuntu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BBBBBB"/>
                </a:solidFill>
                <a:latin typeface="Ubuntu"/>
              </a:rPr>
              <a:t>WHY THIS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Ubuntu"/>
              </a:rPr>
              <a:t>Shorter lines.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Ubuntu"/>
              </a:rPr>
              <a:t>Happier patrons. Cleaner records.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Ubuntu"/>
              </a:rPr>
              <a:t>Nothing forgotten. No new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CCCCCC"/>
                </a:solidFill>
                <a:latin typeface="Ubuntu"/>
              </a:rPr>
              <a:t>A focused, working solution to a daily, visible problem — built on the tools the library already trusts.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FFFFFF"/>
                </a:solidFill>
                <a:latin typeface="Ubuntu"/>
              </a:rPr>
              <a:t>Mullen Library · Patron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FFFFFF"/>
                </a:solidFill>
                <a:latin typeface="Ubuntu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 i="0">
                <a:solidFill>
                  <a:srgbClr val="FFFFFF"/>
                </a:solidFill>
                <a:latin typeface="Ubuntu"/>
              </a:rPr>
              <a:t>Thank you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CCCCCC"/>
                </a:solidFill>
                <a:latin typeface="Ubuntu"/>
              </a:rP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